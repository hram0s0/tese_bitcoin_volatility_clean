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7" d="100"/>
          <a:sy n="57" d="100"/>
        </p:scale>
        <p:origin x="94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BA857FB-F301-4692-9A95-010652A99CD6}" type="doc">
      <dgm:prSet loTypeId="urn:microsoft.com/office/officeart/2008/layout/RadialCluster" loCatId="relationship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pt-PT"/>
        </a:p>
      </dgm:t>
    </dgm:pt>
    <dgm:pt modelId="{9CFE882C-8082-4F60-A8F9-E8F075B712AF}">
      <dgm:prSet phldrT="[Texto]" custT="1"/>
      <dgm:spPr>
        <a:solidFill>
          <a:schemeClr val="bg1">
            <a:lumMod val="75000"/>
          </a:schemeClr>
        </a:solidFill>
      </dgm:spPr>
      <dgm:t>
        <a:bodyPr/>
        <a:lstStyle/>
        <a:p>
          <a:pPr>
            <a:buNone/>
          </a:pPr>
          <a:r>
            <a:rPr lang="pt-PT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Classical Time Series Models</a:t>
          </a:r>
        </a:p>
      </dgm:t>
    </dgm:pt>
    <dgm:pt modelId="{6086E4C2-6F6F-4959-88B6-30EA73CF0B32}" type="parTrans" cxnId="{CC665B72-F775-4D22-8CCE-2D362914913D}">
      <dgm:prSet/>
      <dgm:spPr/>
      <dgm:t>
        <a:bodyPr/>
        <a:lstStyle/>
        <a:p>
          <a:endParaRPr lang="pt-PT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1463139-A77C-4262-B94F-6DD88A81C978}" type="sibTrans" cxnId="{CC665B72-F775-4D22-8CCE-2D362914913D}">
      <dgm:prSet/>
      <dgm:spPr/>
      <dgm:t>
        <a:bodyPr/>
        <a:lstStyle/>
        <a:p>
          <a:endParaRPr lang="pt-PT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6C38417-1730-41C5-8D8B-6FDE94D3D0FD}">
      <dgm:prSet phldrT="[Texto]" custT="1"/>
      <dgm:spPr/>
      <dgm:t>
        <a:bodyPr/>
        <a:lstStyle/>
        <a:p>
          <a:pPr>
            <a:buNone/>
          </a:pPr>
          <a:r>
            <a:rPr lang="pt-PT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ETS</a:t>
          </a:r>
        </a:p>
        <a:p>
          <a:pPr>
            <a:buNone/>
          </a:pPr>
          <a:r>
            <a:rPr lang="pt-PT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(Structural Components)</a:t>
          </a:r>
        </a:p>
      </dgm:t>
    </dgm:pt>
    <dgm:pt modelId="{B69B0084-C3EF-4FA7-B127-99C813CEE018}" type="parTrans" cxnId="{BA20199F-5FD3-41F1-8684-755F97B7C8E2}">
      <dgm:prSet/>
      <dgm:spPr>
        <a:ln>
          <a:solidFill>
            <a:schemeClr val="tx1"/>
          </a:solidFill>
        </a:ln>
      </dgm:spPr>
      <dgm:t>
        <a:bodyPr/>
        <a:lstStyle/>
        <a:p>
          <a:endParaRPr lang="pt-PT">
            <a:ln>
              <a:solidFill>
                <a:sysClr val="windowText" lastClr="000000"/>
              </a:solidFill>
            </a:ln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4E9DF80-B376-481F-9582-F45FFBDDA2C7}" type="sibTrans" cxnId="{BA20199F-5FD3-41F1-8684-755F97B7C8E2}">
      <dgm:prSet/>
      <dgm:spPr/>
      <dgm:t>
        <a:bodyPr/>
        <a:lstStyle/>
        <a:p>
          <a:endParaRPr lang="pt-PT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C76817D-D292-412B-807D-EAAC0A575CA4}">
      <dgm:prSet phldrT="[Texto]" custT="1"/>
      <dgm:spPr/>
      <dgm:t>
        <a:bodyPr/>
        <a:lstStyle/>
        <a:p>
          <a:pPr>
            <a:lnSpc>
              <a:spcPct val="100000"/>
            </a:lnSpc>
            <a:spcAft>
              <a:spcPts val="600"/>
            </a:spcAft>
            <a:buNone/>
          </a:pPr>
          <a:r>
            <a:rPr lang="pt-PT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GARCH</a:t>
          </a:r>
        </a:p>
        <a:p>
          <a:pPr>
            <a:lnSpc>
              <a:spcPct val="100000"/>
            </a:lnSpc>
            <a:spcAft>
              <a:spcPts val="600"/>
            </a:spcAft>
            <a:buNone/>
          </a:pPr>
          <a:r>
            <a:rPr lang="pt-PT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(Conditional Variance)</a:t>
          </a:r>
        </a:p>
      </dgm:t>
    </dgm:pt>
    <dgm:pt modelId="{FBD5F02E-E02C-4030-AD54-14ED4A621588}" type="parTrans" cxnId="{480404F1-D3D8-4BD5-A2BE-A772E196D80A}">
      <dgm:prSet/>
      <dgm:spPr>
        <a:ln>
          <a:solidFill>
            <a:schemeClr val="tx1"/>
          </a:solidFill>
        </a:ln>
      </dgm:spPr>
      <dgm:t>
        <a:bodyPr/>
        <a:lstStyle/>
        <a:p>
          <a:endParaRPr lang="pt-PT">
            <a:ln>
              <a:solidFill>
                <a:sysClr val="windowText" lastClr="000000"/>
              </a:solidFill>
            </a:ln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9E54C85-A5E6-425D-A624-56ECED0B7EFD}" type="sibTrans" cxnId="{480404F1-D3D8-4BD5-A2BE-A772E196D80A}">
      <dgm:prSet/>
      <dgm:spPr/>
      <dgm:t>
        <a:bodyPr/>
        <a:lstStyle/>
        <a:p>
          <a:endParaRPr lang="pt-PT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F893638-A3B6-47BC-9F97-121F4F9A4AC4}">
      <dgm:prSet phldrT="[Texto]" custT="1"/>
      <dgm:spPr>
        <a:solidFill>
          <a:schemeClr val="accent2"/>
        </a:solidFill>
      </dgm:spPr>
      <dgm:t>
        <a:bodyPr/>
        <a:lstStyle/>
        <a:p>
          <a:pPr>
            <a:lnSpc>
              <a:spcPct val="100000"/>
            </a:lnSpc>
            <a:spcAft>
              <a:spcPts val="600"/>
            </a:spcAft>
            <a:buNone/>
          </a:pPr>
          <a:r>
            <a:rPr lang="pt-PT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ARIMA</a:t>
          </a:r>
        </a:p>
        <a:p>
          <a:pPr>
            <a:lnSpc>
              <a:spcPct val="100000"/>
            </a:lnSpc>
            <a:spcAft>
              <a:spcPts val="600"/>
            </a:spcAft>
            <a:buNone/>
          </a:pPr>
          <a:r>
            <a:rPr lang="pt-PT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(Conditional Mean)</a:t>
          </a:r>
        </a:p>
      </dgm:t>
    </dgm:pt>
    <dgm:pt modelId="{0A5BCDAF-4C84-458C-899E-7F666A681750}" type="parTrans" cxnId="{53910B2A-7361-4BEB-BA1E-182C30427AAD}">
      <dgm:prSet/>
      <dgm:spPr>
        <a:ln>
          <a:solidFill>
            <a:schemeClr val="tx1"/>
          </a:solidFill>
        </a:ln>
      </dgm:spPr>
      <dgm:t>
        <a:bodyPr/>
        <a:lstStyle/>
        <a:p>
          <a:endParaRPr lang="pt-PT">
            <a:ln>
              <a:solidFill>
                <a:sysClr val="windowText" lastClr="000000"/>
              </a:solidFill>
            </a:ln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197C36F-A72C-425E-B649-655B5CBDA055}" type="sibTrans" cxnId="{53910B2A-7361-4BEB-BA1E-182C30427AAD}">
      <dgm:prSet/>
      <dgm:spPr/>
      <dgm:t>
        <a:bodyPr/>
        <a:lstStyle/>
        <a:p>
          <a:endParaRPr lang="pt-PT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19AA7C6-1E31-472F-AC66-ECB55C4670AE}" type="pres">
      <dgm:prSet presAssocID="{8BA857FB-F301-4692-9A95-010652A99CD6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9A3FF1C7-A02A-4D8B-9C9D-CB8B3F2961FD}" type="pres">
      <dgm:prSet presAssocID="{9CFE882C-8082-4F60-A8F9-E8F075B712AF}" presName="singleCycle" presStyleCnt="0"/>
      <dgm:spPr/>
    </dgm:pt>
    <dgm:pt modelId="{181B9CFA-684B-4502-B099-66228E416191}" type="pres">
      <dgm:prSet presAssocID="{9CFE882C-8082-4F60-A8F9-E8F075B712AF}" presName="singleCenter" presStyleLbl="node1" presStyleIdx="0" presStyleCnt="4" custScaleX="115038" custScaleY="56576" custLinFactNeighborX="-328" custLinFactNeighborY="-5907">
        <dgm:presLayoutVars>
          <dgm:chMax val="7"/>
          <dgm:chPref val="7"/>
        </dgm:presLayoutVars>
      </dgm:prSet>
      <dgm:spPr/>
    </dgm:pt>
    <dgm:pt modelId="{08E0D6EC-38A3-4FA2-96F4-36821EDAAFC4}" type="pres">
      <dgm:prSet presAssocID="{B69B0084-C3EF-4FA7-B127-99C813CEE018}" presName="Name56" presStyleLbl="parChTrans1D2" presStyleIdx="0" presStyleCnt="3"/>
      <dgm:spPr/>
    </dgm:pt>
    <dgm:pt modelId="{A230AC9C-9623-4B83-A850-7337142666F1}" type="pres">
      <dgm:prSet presAssocID="{A6C38417-1730-41C5-8D8B-6FDE94D3D0FD}" presName="text0" presStyleLbl="node1" presStyleIdx="1" presStyleCnt="4" custScaleX="211105" custScaleY="70368">
        <dgm:presLayoutVars>
          <dgm:bulletEnabled val="1"/>
        </dgm:presLayoutVars>
      </dgm:prSet>
      <dgm:spPr/>
    </dgm:pt>
    <dgm:pt modelId="{9A959159-815D-48E9-AF33-485EE96122B5}" type="pres">
      <dgm:prSet presAssocID="{FBD5F02E-E02C-4030-AD54-14ED4A621588}" presName="Name56" presStyleLbl="parChTrans1D2" presStyleIdx="1" presStyleCnt="3"/>
      <dgm:spPr/>
    </dgm:pt>
    <dgm:pt modelId="{86DE8074-531C-4FFD-A306-671C88395166}" type="pres">
      <dgm:prSet presAssocID="{BC76817D-D292-412B-807D-EAAC0A575CA4}" presName="text0" presStyleLbl="node1" presStyleIdx="2" presStyleCnt="4" custScaleX="182958" custScaleY="70368">
        <dgm:presLayoutVars>
          <dgm:bulletEnabled val="1"/>
        </dgm:presLayoutVars>
      </dgm:prSet>
      <dgm:spPr/>
    </dgm:pt>
    <dgm:pt modelId="{BBB52B5C-8AE4-4E7B-97CD-9C1EB7931022}" type="pres">
      <dgm:prSet presAssocID="{0A5BCDAF-4C84-458C-899E-7F666A681750}" presName="Name56" presStyleLbl="parChTrans1D2" presStyleIdx="2" presStyleCnt="3"/>
      <dgm:spPr/>
    </dgm:pt>
    <dgm:pt modelId="{5E848505-2E56-43FA-A33A-B8564D8A5A5C}" type="pres">
      <dgm:prSet presAssocID="{BF893638-A3B6-47BC-9F97-121F4F9A4AC4}" presName="text0" presStyleLbl="node1" presStyleIdx="3" presStyleCnt="4" custScaleX="182958" custScaleY="70368">
        <dgm:presLayoutVars>
          <dgm:bulletEnabled val="1"/>
        </dgm:presLayoutVars>
      </dgm:prSet>
      <dgm:spPr/>
    </dgm:pt>
  </dgm:ptLst>
  <dgm:cxnLst>
    <dgm:cxn modelId="{9CAA7E09-2949-4018-892C-A4A0CF7E7A34}" type="presOf" srcId="{A6C38417-1730-41C5-8D8B-6FDE94D3D0FD}" destId="{A230AC9C-9623-4B83-A850-7337142666F1}" srcOrd="0" destOrd="0" presId="urn:microsoft.com/office/officeart/2008/layout/RadialCluster"/>
    <dgm:cxn modelId="{53910B2A-7361-4BEB-BA1E-182C30427AAD}" srcId="{9CFE882C-8082-4F60-A8F9-E8F075B712AF}" destId="{BF893638-A3B6-47BC-9F97-121F4F9A4AC4}" srcOrd="2" destOrd="0" parTransId="{0A5BCDAF-4C84-458C-899E-7F666A681750}" sibTransId="{B197C36F-A72C-425E-B649-655B5CBDA055}"/>
    <dgm:cxn modelId="{3623FA36-C8A5-4CEA-8512-44F02F18FB00}" type="presOf" srcId="{8BA857FB-F301-4692-9A95-010652A99CD6}" destId="{119AA7C6-1E31-472F-AC66-ECB55C4670AE}" srcOrd="0" destOrd="0" presId="urn:microsoft.com/office/officeart/2008/layout/RadialCluster"/>
    <dgm:cxn modelId="{3B27BD3B-5615-4CC7-8B71-532F938D96E2}" type="presOf" srcId="{0A5BCDAF-4C84-458C-899E-7F666A681750}" destId="{BBB52B5C-8AE4-4E7B-97CD-9C1EB7931022}" srcOrd="0" destOrd="0" presId="urn:microsoft.com/office/officeart/2008/layout/RadialCluster"/>
    <dgm:cxn modelId="{EA582F3F-40F9-4BBA-AF19-99419370ECD2}" type="presOf" srcId="{9CFE882C-8082-4F60-A8F9-E8F075B712AF}" destId="{181B9CFA-684B-4502-B099-66228E416191}" srcOrd="0" destOrd="0" presId="urn:microsoft.com/office/officeart/2008/layout/RadialCluster"/>
    <dgm:cxn modelId="{05A0835E-21B1-4463-9493-672AE66AAEFA}" type="presOf" srcId="{B69B0084-C3EF-4FA7-B127-99C813CEE018}" destId="{08E0D6EC-38A3-4FA2-96F4-36821EDAAFC4}" srcOrd="0" destOrd="0" presId="urn:microsoft.com/office/officeart/2008/layout/RadialCluster"/>
    <dgm:cxn modelId="{53CB1242-FB1D-42EA-A714-90DB32255EA6}" type="presOf" srcId="{BC76817D-D292-412B-807D-EAAC0A575CA4}" destId="{86DE8074-531C-4FFD-A306-671C88395166}" srcOrd="0" destOrd="0" presId="urn:microsoft.com/office/officeart/2008/layout/RadialCluster"/>
    <dgm:cxn modelId="{CC665B72-F775-4D22-8CCE-2D362914913D}" srcId="{8BA857FB-F301-4692-9A95-010652A99CD6}" destId="{9CFE882C-8082-4F60-A8F9-E8F075B712AF}" srcOrd="0" destOrd="0" parTransId="{6086E4C2-6F6F-4959-88B6-30EA73CF0B32}" sibTransId="{F1463139-A77C-4262-B94F-6DD88A81C978}"/>
    <dgm:cxn modelId="{A4EDA493-FE1D-4E9C-A0DE-5BBCE29720F7}" type="presOf" srcId="{FBD5F02E-E02C-4030-AD54-14ED4A621588}" destId="{9A959159-815D-48E9-AF33-485EE96122B5}" srcOrd="0" destOrd="0" presId="urn:microsoft.com/office/officeart/2008/layout/RadialCluster"/>
    <dgm:cxn modelId="{BA20199F-5FD3-41F1-8684-755F97B7C8E2}" srcId="{9CFE882C-8082-4F60-A8F9-E8F075B712AF}" destId="{A6C38417-1730-41C5-8D8B-6FDE94D3D0FD}" srcOrd="0" destOrd="0" parTransId="{B69B0084-C3EF-4FA7-B127-99C813CEE018}" sibTransId="{94E9DF80-B376-481F-9582-F45FFBDDA2C7}"/>
    <dgm:cxn modelId="{480404F1-D3D8-4BD5-A2BE-A772E196D80A}" srcId="{9CFE882C-8082-4F60-A8F9-E8F075B712AF}" destId="{BC76817D-D292-412B-807D-EAAC0A575CA4}" srcOrd="1" destOrd="0" parTransId="{FBD5F02E-E02C-4030-AD54-14ED4A621588}" sibTransId="{39E54C85-A5E6-425D-A624-56ECED0B7EFD}"/>
    <dgm:cxn modelId="{ABF82AFB-69D2-488D-87A2-63FB1B3A9C98}" type="presOf" srcId="{BF893638-A3B6-47BC-9F97-121F4F9A4AC4}" destId="{5E848505-2E56-43FA-A33A-B8564D8A5A5C}" srcOrd="0" destOrd="0" presId="urn:microsoft.com/office/officeart/2008/layout/RadialCluster"/>
    <dgm:cxn modelId="{D3525008-EDEF-48B2-ADDC-EF549D6315D3}" type="presParOf" srcId="{119AA7C6-1E31-472F-AC66-ECB55C4670AE}" destId="{9A3FF1C7-A02A-4D8B-9C9D-CB8B3F2961FD}" srcOrd="0" destOrd="0" presId="urn:microsoft.com/office/officeart/2008/layout/RadialCluster"/>
    <dgm:cxn modelId="{C9326E4A-8AD0-4E9C-B07C-BCCD5D6BDDC7}" type="presParOf" srcId="{9A3FF1C7-A02A-4D8B-9C9D-CB8B3F2961FD}" destId="{181B9CFA-684B-4502-B099-66228E416191}" srcOrd="0" destOrd="0" presId="urn:microsoft.com/office/officeart/2008/layout/RadialCluster"/>
    <dgm:cxn modelId="{601B4C0F-E9F0-4172-8D70-17D27ED68757}" type="presParOf" srcId="{9A3FF1C7-A02A-4D8B-9C9D-CB8B3F2961FD}" destId="{08E0D6EC-38A3-4FA2-96F4-36821EDAAFC4}" srcOrd="1" destOrd="0" presId="urn:microsoft.com/office/officeart/2008/layout/RadialCluster"/>
    <dgm:cxn modelId="{459DD0A0-4754-4EE6-9CD4-C951B6F55031}" type="presParOf" srcId="{9A3FF1C7-A02A-4D8B-9C9D-CB8B3F2961FD}" destId="{A230AC9C-9623-4B83-A850-7337142666F1}" srcOrd="2" destOrd="0" presId="urn:microsoft.com/office/officeart/2008/layout/RadialCluster"/>
    <dgm:cxn modelId="{DFE072BB-1E9E-48EB-AF33-1652A78F1D83}" type="presParOf" srcId="{9A3FF1C7-A02A-4D8B-9C9D-CB8B3F2961FD}" destId="{9A959159-815D-48E9-AF33-485EE96122B5}" srcOrd="3" destOrd="0" presId="urn:microsoft.com/office/officeart/2008/layout/RadialCluster"/>
    <dgm:cxn modelId="{3E799B36-491D-47DA-8C23-6DCF8A7FF7E5}" type="presParOf" srcId="{9A3FF1C7-A02A-4D8B-9C9D-CB8B3F2961FD}" destId="{86DE8074-531C-4FFD-A306-671C88395166}" srcOrd="4" destOrd="0" presId="urn:microsoft.com/office/officeart/2008/layout/RadialCluster"/>
    <dgm:cxn modelId="{01D5B3C2-C280-4FA2-B5D0-ECEDA8B2F42B}" type="presParOf" srcId="{9A3FF1C7-A02A-4D8B-9C9D-CB8B3F2961FD}" destId="{BBB52B5C-8AE4-4E7B-97CD-9C1EB7931022}" srcOrd="5" destOrd="0" presId="urn:microsoft.com/office/officeart/2008/layout/RadialCluster"/>
    <dgm:cxn modelId="{8AC686FF-4B4E-4039-9821-B182733B7763}" type="presParOf" srcId="{9A3FF1C7-A02A-4D8B-9C9D-CB8B3F2961FD}" destId="{5E848505-2E56-43FA-A33A-B8564D8A5A5C}" srcOrd="6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1B9CFA-684B-4502-B099-66228E416191}">
      <dsp:nvSpPr>
        <dsp:cNvPr id="0" name=""/>
        <dsp:cNvSpPr/>
      </dsp:nvSpPr>
      <dsp:spPr>
        <a:xfrm>
          <a:off x="4232475" y="3028292"/>
          <a:ext cx="2195992" cy="1079994"/>
        </a:xfrm>
        <a:prstGeom prst="roundRect">
          <a:avLst/>
        </a:prstGeom>
        <a:solidFill>
          <a:schemeClr val="bg1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Classical Time Series Models</a:t>
          </a:r>
        </a:p>
      </dsp:txBody>
      <dsp:txXfrm>
        <a:off x="4285196" y="3081013"/>
        <a:ext cx="2090550" cy="974552"/>
      </dsp:txXfrm>
    </dsp:sp>
    <dsp:sp modelId="{08E0D6EC-38A3-4FA2-96F4-36821EDAAFC4}">
      <dsp:nvSpPr>
        <dsp:cNvPr id="0" name=""/>
        <dsp:cNvSpPr/>
      </dsp:nvSpPr>
      <dsp:spPr>
        <a:xfrm rot="16225572">
          <a:off x="4542158" y="2230047"/>
          <a:ext cx="1596534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596534" y="0"/>
              </a:lnTo>
            </a:path>
          </a:pathLst>
        </a:custGeom>
        <a:noFill/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230AC9C-9623-4B83-A850-7337142666F1}">
      <dsp:nvSpPr>
        <dsp:cNvPr id="0" name=""/>
        <dsp:cNvSpPr/>
      </dsp:nvSpPr>
      <dsp:spPr>
        <a:xfrm>
          <a:off x="3999714" y="531808"/>
          <a:ext cx="2699993" cy="899993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ETS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(Structural Components)</a:t>
          </a:r>
        </a:p>
      </dsp:txBody>
      <dsp:txXfrm>
        <a:off x="4043648" y="575742"/>
        <a:ext cx="2612125" cy="812125"/>
      </dsp:txXfrm>
    </dsp:sp>
    <dsp:sp modelId="{9A959159-815D-48E9-AF33-485EE96122B5}">
      <dsp:nvSpPr>
        <dsp:cNvPr id="0" name=""/>
        <dsp:cNvSpPr/>
      </dsp:nvSpPr>
      <dsp:spPr>
        <a:xfrm rot="2118827">
          <a:off x="5961762" y="4519788"/>
          <a:ext cx="1423747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423747" y="0"/>
              </a:lnTo>
            </a:path>
          </a:pathLst>
        </a:custGeom>
        <a:noFill/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DE8074-531C-4FFD-A306-671C88395166}">
      <dsp:nvSpPr>
        <dsp:cNvPr id="0" name=""/>
        <dsp:cNvSpPr/>
      </dsp:nvSpPr>
      <dsp:spPr>
        <a:xfrm>
          <a:off x="6719753" y="4931289"/>
          <a:ext cx="2339998" cy="899993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ts val="600"/>
            </a:spcAft>
            <a:buNone/>
          </a:pPr>
          <a:r>
            <a:rPr lang="pt-PT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GARCH</a:t>
          </a: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ts val="600"/>
            </a:spcAft>
            <a:buNone/>
          </a:pPr>
          <a:r>
            <a:rPr lang="pt-PT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(Conditional Variance)</a:t>
          </a:r>
        </a:p>
      </dsp:txBody>
      <dsp:txXfrm>
        <a:off x="6763687" y="4975223"/>
        <a:ext cx="2252130" cy="812125"/>
      </dsp:txXfrm>
    </dsp:sp>
    <dsp:sp modelId="{BBB52B5C-8AE4-4E7B-97CD-9C1EB7931022}">
      <dsp:nvSpPr>
        <dsp:cNvPr id="0" name=""/>
        <dsp:cNvSpPr/>
      </dsp:nvSpPr>
      <dsp:spPr>
        <a:xfrm rot="8656546">
          <a:off x="3302736" y="4519788"/>
          <a:ext cx="1409529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409529" y="0"/>
              </a:lnTo>
            </a:path>
          </a:pathLst>
        </a:custGeom>
        <a:noFill/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E848505-2E56-43FA-A33A-B8564D8A5A5C}">
      <dsp:nvSpPr>
        <dsp:cNvPr id="0" name=""/>
        <dsp:cNvSpPr/>
      </dsp:nvSpPr>
      <dsp:spPr>
        <a:xfrm>
          <a:off x="1639670" y="4931289"/>
          <a:ext cx="2339998" cy="899993"/>
        </a:xfrm>
        <a:prstGeom prst="roundRect">
          <a:avLst/>
        </a:prstGeom>
        <a:solidFill>
          <a:schemeClr val="accent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ts val="600"/>
            </a:spcAft>
            <a:buNone/>
          </a:pPr>
          <a:r>
            <a:rPr lang="pt-PT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ARIMA</a:t>
          </a: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ts val="600"/>
            </a:spcAft>
            <a:buNone/>
          </a:pPr>
          <a:r>
            <a:rPr lang="pt-PT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(Conditional Mean)</a:t>
          </a:r>
        </a:p>
      </dsp:txBody>
      <dsp:txXfrm>
        <a:off x="1683604" y="4975223"/>
        <a:ext cx="2252130" cy="8121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89BE54-6172-FC43-264C-AF2978A2AF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39F9602-A95D-AAE2-CBE8-B2E77B825C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94637D56-43A7-EB7D-4F84-4A5652062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959AC-96C5-445A-98D2-C4110E11D20A}" type="datetimeFigureOut">
              <a:rPr lang="pt-PT" smtClean="0"/>
              <a:t>02/04/2026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1619A889-DEF2-FE13-16AA-D17DECEC4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CEC7205E-87D6-FE3A-0B50-0B5C30222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C1A4B-2E76-4FE1-9AF0-4717E6E38C0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30654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2AB4E3-E53A-1FD7-ED16-D35455A9A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D97BE928-1AA6-E3F3-EDFE-D61C2B32D0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C08F46F3-3E85-EA5E-3EDE-575340C65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959AC-96C5-445A-98D2-C4110E11D20A}" type="datetimeFigureOut">
              <a:rPr lang="pt-PT" smtClean="0"/>
              <a:t>02/04/2026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83AD2E9F-7185-1BFF-D629-268582383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99AE6C90-FFCB-B8B8-A674-9437C3784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C1A4B-2E76-4FE1-9AF0-4717E6E38C0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97870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723F50-BDAA-CFCE-B0EA-7759AD0B6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F2F93DDC-6BD7-DC55-1983-FCCC8520E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766D6675-1311-5F8D-11C8-F7A2E369C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959AC-96C5-445A-98D2-C4110E11D20A}" type="datetimeFigureOut">
              <a:rPr lang="pt-PT" smtClean="0"/>
              <a:t>02/04/2026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C184A0AA-314B-A25E-1006-592CFF962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2C3C8CD4-3992-CF7C-5499-5A7F30C0A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C1A4B-2E76-4FE1-9AF0-4717E6E38C0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38742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FCC6FC-DC9C-12F2-AB2D-CC8447FB5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5B87A7F9-1FFA-03B2-2E84-22BCC0E44C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86E6D71F-DC6C-B62F-BF88-A9F2CDA820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AAC9E8FF-585C-A3FE-32AE-83AF230CB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959AC-96C5-445A-98D2-C4110E11D20A}" type="datetimeFigureOut">
              <a:rPr lang="pt-PT" smtClean="0"/>
              <a:t>02/04/2026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78A98B3F-55E6-6B55-060B-B087864FD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DC12DEA1-5B50-6ACE-2D78-4D6909D67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C1A4B-2E76-4FE1-9AF0-4717E6E38C0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69235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C04A1B-DE75-3914-ABAF-7CE962E55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A0434D0F-EDA6-6F28-0B9A-0C57C171C1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F18EFE44-8C83-9C77-7B68-85398A087E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43994F9B-DB96-2A83-8464-3E18CA580E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66049488-CC47-E510-D530-7A31AE5CC1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3612BEFE-FE1F-CBBB-2327-13E003178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959AC-96C5-445A-98D2-C4110E11D20A}" type="datetimeFigureOut">
              <a:rPr lang="pt-PT" smtClean="0"/>
              <a:t>02/04/2026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F73CF054-BB8A-4322-930F-1BCF7ABFC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B8B9998D-BF42-2A97-647E-81F42C4F3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C1A4B-2E76-4FE1-9AF0-4717E6E38C0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28795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C16F19-25A6-FFDC-A117-7DEF4EE04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76350829-0730-5522-4BF0-9DFA0B261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959AC-96C5-445A-98D2-C4110E11D20A}" type="datetimeFigureOut">
              <a:rPr lang="pt-PT" smtClean="0"/>
              <a:t>02/04/2026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5B67817C-29F6-4DEF-F320-A6BB6DF38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91A5A5AE-FFFC-588C-1E7D-8A84CE324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C1A4B-2E76-4FE1-9AF0-4717E6E38C0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18574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A1DA7F37-B3EC-D0EB-AA78-02E7A2222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959AC-96C5-445A-98D2-C4110E11D20A}" type="datetimeFigureOut">
              <a:rPr lang="pt-PT" smtClean="0"/>
              <a:t>02/04/2026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AADA729B-250B-BF76-A653-D84B568BC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0F2130CE-4E78-3127-BA95-C247C30AA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C1A4B-2E76-4FE1-9AF0-4717E6E38C0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31847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D17B5-FA57-76F9-D65C-9BADAC09A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A6E6E6F5-C3F9-32FC-A037-4924D39A8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1EC9B4A7-E371-98C0-A597-BCCEDF26CA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7B5B8F4D-9667-C3DE-1B06-5E52441D7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959AC-96C5-445A-98D2-C4110E11D20A}" type="datetimeFigureOut">
              <a:rPr lang="pt-PT" smtClean="0"/>
              <a:t>02/04/2026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5BE60AFC-BB32-E5A8-27CE-857EE43FC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1673056A-D504-EA4E-C427-7696374C0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C1A4B-2E76-4FE1-9AF0-4717E6E38C0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46567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F0D734-180F-4A4E-F407-43F3EF933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0E3D186A-AB5B-90F2-23CC-F0283A192A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38520E21-8C01-FE38-93BE-525F8EC845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A9977615-3D42-C2D4-929A-739C267FA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959AC-96C5-445A-98D2-C4110E11D20A}" type="datetimeFigureOut">
              <a:rPr lang="pt-PT" smtClean="0"/>
              <a:t>02/04/2026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6A05C316-B5D1-AD0F-2DC7-913DD3CE7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4C71AEEC-6BD7-A785-1821-952089B14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C1A4B-2E76-4FE1-9AF0-4717E6E38C0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34088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A3F1C8-D617-8A44-8831-3AB9C8BE7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59BA31F2-E8E0-C18B-BBF4-062D4E0637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48E7CB30-0FF9-2A6A-883A-2F16FE7B6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959AC-96C5-445A-98D2-C4110E11D20A}" type="datetimeFigureOut">
              <a:rPr lang="pt-PT" smtClean="0"/>
              <a:t>02/04/2026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74FC15F5-1609-5D29-E2A5-9F8FA4A23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6B5330D7-1981-D165-1736-0F5415948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C1A4B-2E76-4FE1-9AF0-4717E6E38C0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46689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E6FBC74-BE95-1E27-3B8E-814198077C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A6341E36-104C-060E-AC35-FD0F622371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802745CA-8079-B53A-B620-7949E9E36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959AC-96C5-445A-98D2-C4110E11D20A}" type="datetimeFigureOut">
              <a:rPr lang="pt-PT" smtClean="0"/>
              <a:t>02/04/2026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1B1FDDDD-C247-867E-5883-3E5413B85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8BE07FA7-1824-28C3-FC11-C5825DAB9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C1A4B-2E76-4FE1-9AF0-4717E6E38C0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26082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DC1FC894-F2E9-BB08-2F43-3DE650429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C553B633-B3DD-8A3A-6138-01A38E92A8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6BBC904F-1772-DF43-5E61-EA6387BF36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0959AC-96C5-445A-98D2-C4110E11D20A}" type="datetimeFigureOut">
              <a:rPr lang="pt-PT" smtClean="0"/>
              <a:t>02/04/2026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08DF5D83-71B8-EB25-05E9-F432276FA4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5FD2866B-F51F-DE2D-2CCD-AE639B25D2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6C1A4B-2E76-4FE1-9AF0-4717E6E38C0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99906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3F44C403-8D17-26FC-8D32-8ACD49BE91BE}"/>
              </a:ext>
            </a:extLst>
          </p:cNvPr>
          <p:cNvSpPr/>
          <p:nvPr/>
        </p:nvSpPr>
        <p:spPr>
          <a:xfrm>
            <a:off x="223270" y="2186674"/>
            <a:ext cx="1353818" cy="94785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Financial Data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7E808837-E681-EB6A-EA44-43EFAE8B6F6F}"/>
              </a:ext>
            </a:extLst>
          </p:cNvPr>
          <p:cNvSpPr/>
          <p:nvPr/>
        </p:nvSpPr>
        <p:spPr>
          <a:xfrm>
            <a:off x="2065713" y="2186673"/>
            <a:ext cx="1662896" cy="94785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Pre-processing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BB2B8A21-E6F4-B214-8E4D-55D189C45143}"/>
              </a:ext>
            </a:extLst>
          </p:cNvPr>
          <p:cNvSpPr/>
          <p:nvPr/>
        </p:nvSpPr>
        <p:spPr>
          <a:xfrm>
            <a:off x="4217234" y="2186671"/>
            <a:ext cx="2315541" cy="94785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Statistical / ML / DL Models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3E2F9FEB-FF2B-FBC1-C87A-E8F4AABBB7F6}"/>
              </a:ext>
            </a:extLst>
          </p:cNvPr>
          <p:cNvSpPr/>
          <p:nvPr/>
        </p:nvSpPr>
        <p:spPr>
          <a:xfrm>
            <a:off x="7041195" y="2186672"/>
            <a:ext cx="1662896" cy="947853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Hybrid Integration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53A6CAE0-AED5-0266-8562-EAE11184CACD}"/>
              </a:ext>
            </a:extLst>
          </p:cNvPr>
          <p:cNvSpPr/>
          <p:nvPr/>
        </p:nvSpPr>
        <p:spPr>
          <a:xfrm>
            <a:off x="9192716" y="2186671"/>
            <a:ext cx="1859916" cy="947853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Volatility Forecasting</a:t>
            </a:r>
          </a:p>
        </p:txBody>
      </p:sp>
      <p:cxnSp>
        <p:nvCxnSpPr>
          <p:cNvPr id="11" name="Conexão reta unidirecional 10">
            <a:extLst>
              <a:ext uri="{FF2B5EF4-FFF2-40B4-BE49-F238E27FC236}">
                <a16:creationId xmlns:a16="http://schemas.microsoft.com/office/drawing/2014/main" id="{B82887D8-8B09-ABFC-F72E-3756C0570020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1577088" y="2660600"/>
            <a:ext cx="488625" cy="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Conexão reta unidirecional 11">
            <a:extLst>
              <a:ext uri="{FF2B5EF4-FFF2-40B4-BE49-F238E27FC236}">
                <a16:creationId xmlns:a16="http://schemas.microsoft.com/office/drawing/2014/main" id="{D37C37C4-5BB1-128C-93F1-ABFAEDE81D0E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3728609" y="2660598"/>
            <a:ext cx="488625" cy="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Conexão reta unidirecional 18">
            <a:extLst>
              <a:ext uri="{FF2B5EF4-FFF2-40B4-BE49-F238E27FC236}">
                <a16:creationId xmlns:a16="http://schemas.microsoft.com/office/drawing/2014/main" id="{421E0F91-78B1-9D62-1128-5BDF932F3150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6532775" y="2660598"/>
            <a:ext cx="508420" cy="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Conexão reta unidirecional 23">
            <a:extLst>
              <a:ext uri="{FF2B5EF4-FFF2-40B4-BE49-F238E27FC236}">
                <a16:creationId xmlns:a16="http://schemas.microsoft.com/office/drawing/2014/main" id="{3B5F411F-7CB0-0FAD-C4CD-97EF02FB18C9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 flipV="1">
            <a:off x="8704091" y="2660598"/>
            <a:ext cx="488625" cy="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5901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850BD-C617-4CB9-133F-C39E4811B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73EEC3CF-D7AA-BE8F-D5B1-B074E6A8D2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1600378"/>
              </p:ext>
            </p:extLst>
          </p:nvPr>
        </p:nvGraphicFramePr>
        <p:xfrm>
          <a:off x="970961" y="254524"/>
          <a:ext cx="10699423" cy="63630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5010192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33</Words>
  <Application>Microsoft Office PowerPoint</Application>
  <PresentationFormat>Ecrã Panorâmico</PresentationFormat>
  <Paragraphs>12</Paragraphs>
  <Slides>2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Times New Roman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Hugo Miguel Val de Ramos</dc:creator>
  <cp:lastModifiedBy>Hugo Miguel Val de Ramos</cp:lastModifiedBy>
  <cp:revision>5</cp:revision>
  <dcterms:created xsi:type="dcterms:W3CDTF">2026-03-29T15:34:06Z</dcterms:created>
  <dcterms:modified xsi:type="dcterms:W3CDTF">2026-04-02T15:44:09Z</dcterms:modified>
</cp:coreProperties>
</file>